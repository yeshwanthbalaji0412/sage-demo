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8" r:id="rId4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g9ml2knBMV/vFDCOksLOES3XnG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F3346C-5A72-42ED-83E3-8F0C34F75DF7}">
  <a:tblStyle styleId="{17F3346C-5A72-42ED-83E3-8F0C34F75DF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1"/>
  </p:normalViewPr>
  <p:slideViewPr>
    <p:cSldViewPr snapToGrid="0">
      <p:cViewPr varScale="1">
        <p:scale>
          <a:sx n="152" d="100"/>
          <a:sy n="152" d="100"/>
        </p:scale>
        <p:origin x="5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76ed6a033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76ed6a033_5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yeshwanthbalaji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yeshwanthbalaji/" TargetMode="External"/><Relationship Id="rId5" Type="http://schemas.openxmlformats.org/officeDocument/2006/relationships/hyperlink" Target="https://github.com/YeshwanthBalaji0412" TargetMode="External"/><Relationship Id="rId4" Type="http://schemas.openxmlformats.org/officeDocument/2006/relationships/hyperlink" Target="mailto:Yeshwanthbalaji.dev@gmail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6200" y="6400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Trebuchet MS"/>
              <a:buNone/>
            </a:pPr>
            <a:r>
              <a:rPr lang="en-US" sz="6000" b="1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SAGE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lang="en-US" sz="2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Secure AI Governance Engine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LLM-Powered Enterprise Compliance Assistant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sz="1400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Name: Yeshwanth Balaji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Yeshwanthbalaji.dev@gmail.com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dirty="0" err="1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https://github.com/YeshwanthBalaji0412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LinkedIn: 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https://www.linkedin.com/in/yeshwanthbalaji/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400"/>
              <a:buFont typeface="Calibri"/>
              <a:buNone/>
            </a:pP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Portfolio: </a:t>
            </a:r>
            <a:r>
              <a:rPr lang="en-US" dirty="0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https://yeshwanthbalaji.com/</a:t>
            </a:r>
            <a:endParaRPr lang="en-US" dirty="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 algn="ctr">
              <a:buClr>
                <a:srgbClr val="E2E8F0"/>
              </a:buClr>
              <a:buSzPts val="1400"/>
            </a:pPr>
            <a:endParaRPr lang="en-US" dirty="0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976ed6a033_5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457200" y="1801375"/>
            <a:ext cx="8229600" cy="19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>
              <a:buClr>
                <a:srgbClr val="FFFFFF"/>
              </a:buClr>
              <a:buSzPts val="1400"/>
            </a:pPr>
            <a:endParaRPr sz="40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9CBABF-FC3A-1F30-AD31-A4DE0AAB8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0310" y="158321"/>
            <a:ext cx="4683379" cy="48268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55</Words>
  <Application>Microsoft Macintosh PowerPoint</Application>
  <PresentationFormat>On-screen Show (16:9)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Yeshwanth Balaji, Aadarsh Ravi, Divya Prakash</dc:creator>
  <cp:lastModifiedBy>Yeshwanth Balaji</cp:lastModifiedBy>
  <cp:revision>3</cp:revision>
  <dcterms:created xsi:type="dcterms:W3CDTF">2026-04-18T01:57:57Z</dcterms:created>
  <dcterms:modified xsi:type="dcterms:W3CDTF">2026-07-05T22:36:53Z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0x01010082A0FFBCE63F8D458C6F7520819D69BB</vt:lpwstr>
  </property>
</Properties>
</file>